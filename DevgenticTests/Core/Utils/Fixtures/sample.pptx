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x2"/>
          <p:cNvSpPr txBox="1"/>
          <p:nvPr/>
        </p:nvSpPr>
        <p:spPr>
          <a:xfrm>
            <a:off x="838200" y="800000"/>
            <a:ext cx="7772400" cy="800000"/>
          </a:xfrm>
          <a:prstGeom prst="rect">
            <a:avLst/>
          </a:prstGeom>
        </p:spPr>
        <p:txBody>
          <a:bodyPr/>
          <a:lstStyle/>
          <a:p>
            <a:r>
              <a:t>Document Extraction Fixture</a:t>
            </a:r>
          </a:p>
        </p:txBody>
      </p:sp>
      <p:sp>
        <p:nvSpPr>
          <p:cNvPr id="3" name="tx3"/>
          <p:cNvSpPr txBox="1"/>
          <p:nvPr/>
        </p:nvSpPr>
        <p:spPr>
          <a:xfrm>
            <a:off x="838200" y="1900000"/>
            <a:ext cx="7772400" cy="800000"/>
          </a:xfrm>
          <a:prstGeom prst="rect">
            <a:avLst/>
          </a:prstGeom>
        </p:spPr>
        <p:txBody>
          <a:bodyPr/>
          <a:lstStyle/>
          <a:p>
            <a:r>
              <a:t>Synthetic slide deck</a:t>
            </a:r>
          </a:p>
        </p:txBody>
      </p:sp>
      <p:sp>
        <p:nvSpPr>
          <p:cNvPr id="4" name="tx4"/>
          <p:cNvSpPr txBox="1"/>
          <p:nvPr/>
        </p:nvSpPr>
        <p:spPr>
          <a:xfrm>
            <a:off x="838200" y="2600000"/>
            <a:ext cx="7772400" cy="800000"/>
          </a:xfrm>
          <a:prstGeom prst="rect">
            <a:avLst/>
          </a:prstGeom>
        </p:spPr>
        <p:txBody>
          <a:bodyPr/>
          <a:lstStyle/>
          <a:p>
            <a:r>
              <a:t>Written for this repository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x2"/>
          <p:cNvSpPr txBox="1"/>
          <p:nvPr/>
        </p:nvSpPr>
        <p:spPr>
          <a:xfrm>
            <a:off x="838200" y="800000"/>
            <a:ext cx="7772400" cy="800000"/>
          </a:xfrm>
          <a:prstGeom prst="rect">
            <a:avLst/>
          </a:prstGeom>
        </p:spPr>
        <p:txBody>
          <a:bodyPr/>
          <a:lstStyle/>
          <a:p>
            <a:r>
              <a:t>What the tests check</a:t>
            </a:r>
          </a:p>
        </p:txBody>
      </p:sp>
      <p:sp>
        <p:nvSpPr>
          <p:cNvPr id="3" name="tx3"/>
          <p:cNvSpPr txBox="1"/>
          <p:nvPr/>
        </p:nvSpPr>
        <p:spPr>
          <a:xfrm>
            <a:off x="838200" y="1900000"/>
            <a:ext cx="7772400" cy="800000"/>
          </a:xfrm>
          <a:prstGeom prst="rect">
            <a:avLst/>
          </a:prstGeom>
        </p:spPr>
        <p:txBody>
          <a:bodyPr/>
          <a:lstStyle/>
          <a:p>
            <a:r>
              <a:t>Text is extracted from every slide</a:t>
            </a:r>
          </a:p>
        </p:txBody>
      </p:sp>
      <p:sp>
        <p:nvSpPr>
          <p:cNvPr id="4" name="tx4"/>
          <p:cNvSpPr txBox="1"/>
          <p:nvPr/>
        </p:nvSpPr>
        <p:spPr>
          <a:xfrm>
            <a:off x="838200" y="2600000"/>
            <a:ext cx="7772400" cy="800000"/>
          </a:xfrm>
          <a:prstGeom prst="rect">
            <a:avLst/>
          </a:prstGeom>
        </p:spPr>
        <p:txBody>
          <a:bodyPr/>
          <a:lstStyle/>
          <a:p>
            <a:r>
              <a:t>Slide count is reported</a:t>
            </a:r>
          </a:p>
        </p:txBody>
      </p:sp>
      <p:sp>
        <p:nvSpPr>
          <p:cNvPr id="5" name="tx5"/>
          <p:cNvSpPr txBox="1"/>
          <p:nvPr/>
        </p:nvSpPr>
        <p:spPr>
          <a:xfrm>
            <a:off x="838200" y="3300000"/>
            <a:ext cx="7772400" cy="800000"/>
          </a:xfrm>
          <a:prstGeom prst="rect">
            <a:avLst/>
          </a:prstGeom>
        </p:spPr>
        <p:txBody>
          <a:bodyPr/>
          <a:lstStyle/>
          <a:p>
            <a:r>
              <a:t>Special characters survive: $100, 10% &amp; more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x2"/>
          <p:cNvSpPr txBox="1"/>
          <p:nvPr/>
        </p:nvSpPr>
        <p:spPr>
          <a:xfrm>
            <a:off x="838200" y="800000"/>
            <a:ext cx="7772400" cy="800000"/>
          </a:xfrm>
          <a:prstGeom prst="rect">
            <a:avLst/>
          </a:prstGeom>
        </p:spPr>
        <p:txBody>
          <a:bodyPr/>
          <a:lstStyle/>
          <a:p>
            <a:r>
              <a:t>Licensing</a:t>
            </a:r>
          </a:p>
        </p:txBody>
      </p:sp>
      <p:sp>
        <p:nvSpPr>
          <p:cNvPr id="3" name="tx3"/>
          <p:cNvSpPr txBox="1"/>
          <p:nvPr/>
        </p:nvSpPr>
        <p:spPr>
          <a:xfrm>
            <a:off x="838200" y="1900000"/>
            <a:ext cx="7772400" cy="800000"/>
          </a:xfrm>
          <a:prstGeom prst="rect">
            <a:avLst/>
          </a:prstGeom>
        </p:spPr>
        <p:txBody>
          <a:bodyPr/>
          <a:lstStyle/>
          <a:p>
            <a:r>
              <a:t>No third-party template</a:t>
            </a:r>
          </a:p>
        </p:txBody>
      </p:sp>
      <p:sp>
        <p:nvSpPr>
          <p:cNvPr id="4" name="tx4"/>
          <p:cNvSpPr txBox="1"/>
          <p:nvPr/>
        </p:nvSpPr>
        <p:spPr>
          <a:xfrm>
            <a:off x="838200" y="2600000"/>
            <a:ext cx="7772400" cy="800000"/>
          </a:xfrm>
          <a:prstGeom prst="rect">
            <a:avLst/>
          </a:prstGeom>
        </p:spPr>
        <p:txBody>
          <a:bodyPr/>
          <a:lstStyle/>
          <a:p>
            <a:r>
              <a:t>No vendor branding</a:t>
            </a:r>
          </a:p>
        </p:txBody>
      </p:sp>
      <p:sp>
        <p:nvSpPr>
          <p:cNvPr id="5" name="tx5"/>
          <p:cNvSpPr txBox="1"/>
          <p:nvPr/>
        </p:nvSpPr>
        <p:spPr>
          <a:xfrm>
            <a:off x="838200" y="3300000"/>
            <a:ext cx="7772400" cy="800000"/>
          </a:xfrm>
          <a:prstGeom prst="rect">
            <a:avLst/>
          </a:prstGeom>
        </p:spPr>
        <p:txBody>
          <a:bodyPr/>
          <a:lstStyle/>
          <a:p>
            <a:r>
              <a:t>Safe to redistribute</a:t>
            </a:r>
          </a:p>
        </p:txBody>
      </p:sp>
    </p:spTree>
  </p:cSld>
</p:sld>
</file>